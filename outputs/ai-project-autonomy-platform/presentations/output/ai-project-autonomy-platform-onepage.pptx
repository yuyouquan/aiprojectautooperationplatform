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c22df8ab754cd9" /><Relationship Type="http://schemas.openxmlformats.org/officeDocument/2006/relationships/extended-properties" Target="/docProps/app.xml" Id="Rde8c9d86b7a94650" /><Relationship Type="http://schemas.openxmlformats.org/officeDocument/2006/relationships/officeDocument" Target="/ppt/presentation.xml" Id="Rb5c087aec3c944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1548c89f414d07"/>
  </p:sldMasterIdLst>
  <p:notesMasterIdLst>
    <p:notesMasterId xmlns:r="http://schemas.openxmlformats.org/officeDocument/2006/relationships" r:id="Rd4b77b5137554839"/>
  </p:notesMasterIdLst>
  <p:sldIdLst>
    <p:sldId xmlns:r="http://schemas.openxmlformats.org/officeDocument/2006/relationships" id="256" r:id="R6630f119f7ac46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63f0f5d0f64331" /><Relationship Type="http://schemas.openxmlformats.org/officeDocument/2006/relationships/slideMaster" Target="/ppt/slideMasters/slideMaster1.xml" Id="R631548c89f414d07" /><Relationship Type="http://schemas.openxmlformats.org/officeDocument/2006/relationships/notesMaster" Target="/ppt/notesMasters/notesMaster1.xml" Id="Rd4b77b5137554839" /><Relationship Type="http://schemas.openxmlformats.org/officeDocument/2006/relationships/presProps" Target="/ppt/presProps.xml" Id="R70bc269a14294d73" /><Relationship Type="http://schemas.openxmlformats.org/officeDocument/2006/relationships/viewProps" Target="/ppt/viewProps.xml" Id="R081fc190f7ea41a4" /><Relationship Type="http://schemas.openxmlformats.org/officeDocument/2006/relationships/tableStyles" Target="/ppt/tableStyles.xml" Id="R3e94f6b6849d49a5" /><Relationship Type="http://schemas.openxmlformats.org/officeDocument/2006/relationships/slide" Target="/ppt/slides/slide1.xml" Id="R6630f119f7ac46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11bfd7cbce4f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b7a723ef92480d" /><Relationship Type="http://schemas.openxmlformats.org/officeDocument/2006/relationships/notesMaster" Target="/ppt/notesMasters/notesMaster1.xml" Id="R7eec7d6769f24b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ed17d40fce48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5c1f78b1fb4728" /><Relationship Type="http://schemas.openxmlformats.org/officeDocument/2006/relationships/slideLayout" Target="/ppt/slideLayouts/slideLayout1.xml" Id="Rae1dadcf422441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1dadcf422441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a22636adb64ff2" /><Relationship Type="http://schemas.openxmlformats.org/officeDocument/2006/relationships/notesSlide" Target="/ppt/notesSlides/notesSlide1.xml" Id="R30d7eb340d6f42a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4D9010-0B07-4C05-A4C7-D1C29376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5EF357-FE9B-4FD5-82F5-076DAF8E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A2C"/>
          </a:solidFill>
          <a:ln xmlns:a="http://schemas.openxmlformats.org/drawingml/2006/main" w="0">
            <a:solidFill>
              <a:srgbClr val="101A2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3F698D-FA5C-47BE-9D00-BAEA93DD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1450"/>
            <a:ext cx="4191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项目自治运营平台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6326AC-44C7-478F-B599-CADAF0E7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0550"/>
            <a:ext cx="619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C9D6E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C9D6EA"/>
                </a:solidFill>
                <a:latin typeface="Microsoft YaHei"/>
                <a:ea typeface="Microsoft YaHei"/>
                <a:cs typeface="Microsoft YaHei"/>
              </a:rPr>
              <a:t>从多系统数据到风险识别、任务创建、跟踪闭环和管理汇报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DAC15-536C-4EFF-8DD7-F8996C49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57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6BFE"/>
          </a:solidFill>
          <a:ln xmlns:a="http://schemas.openxmlformats.org/drawingml/2006/main" w="9525">
            <a:solidFill>
              <a:srgbClr val="246BF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677F74-A3E1-404F-96AD-40AD4E94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2900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Demo 1.0：风险任务闭环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304212-6351-4EFE-BCA7-432EBA55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核心痛点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887BDA-AC83-4EBF-8EB3-A87AB9B4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0"/>
            <a:ext cx="257175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945CD1-1BF9-49BA-959A-6A50B07B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E34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E342E"/>
                </a:solidFill>
                <a:latin typeface="Microsoft YaHei"/>
                <a:ea typeface="Microsoft YaHei"/>
                <a:cs typeface="Microsoft YaHei"/>
              </a:rPr>
              <a:t>人工收集慢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73BAA-5685-4F8D-BBD1-07ECF292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6215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项目经理需要从项目、缺陷、大数据、售后等多个系统反复复制整理。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F6E71-A7AB-4E8B-87EE-04F34D1F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86B00"/>
                </a:solidFill>
                <a:latin typeface="Microsoft YaHei"/>
                <a:ea typeface="Microsoft YaHei"/>
                <a:cs typeface="Microsoft YaHei"/>
              </a:rPr>
              <a:t>风险发现晚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D9226D-37C6-4E07-A1D7-CE543CDD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风险往往在周会或人工复盘时才显性化，任务创建和催办滞后。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46BD83-9AFB-491E-A3DA-4FB05936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闭环不统一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7CD3A-5D02-4D38-B03C-8F029826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报告、聊天、表格和任务系统之间信息割裂，责任与验收口径容易丢失。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4524D7-A2F2-4775-80D2-5D980F46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1239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平台方案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A8DB3B-A85E-4D99-8C39-D1012342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428750"/>
            <a:ext cx="56388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380C2E-C345-4E4E-AC9F-5D4A23E3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9545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BFABE8-7E5E-4214-8103-302668E6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097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项目管理系统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3387DD-47BC-4F36-9339-E6DAFBB2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47875"/>
            <a:ext cx="1885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节点、进度、责任部门、周会数据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2F2ECF-03FD-4EA4-ACD6-2A23407D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0985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285AEC-7343-4C25-B751-2ADFB6E2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241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缺陷管理系统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19DC9-0263-448A-8422-2E8A8EA4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62275"/>
            <a:ext cx="1885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缺陷存量、关闭率、Reopen、P0/P1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06A51D-3EF6-4E07-81BA-4EA0587F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2425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9AB1FD-ACC1-4CE6-8449-53E03B00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6385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体验大数据系统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338F49-2C9F-495E-B1FC-4E1FD519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876675"/>
            <a:ext cx="1885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稳定性、性能、功耗、启动、卡顿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D067DA-FDCC-49DF-88DA-5C43BC95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85950"/>
            <a:ext cx="2381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B9C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E10321-41EC-4905-8D1F-7E3007EF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6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AI 节点感知推理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386062-7349-438F-BCB2-8709D87B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95550"/>
            <a:ext cx="180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B4B8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2B4B8E"/>
                </a:solidFill>
                <a:latin typeface="Microsoft YaHei"/>
                <a:ea typeface="Microsoft YaHei"/>
                <a:cs typeface="Microsoft YaHei"/>
              </a:rPr>
              <a:t>按 KO / PR / QR / STR / PIR 等节点自动判断该看哪些风险，而不是简单生成周报。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A7F305-F242-4195-9A27-99745653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956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2B4B8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2B4B8E"/>
                </a:solidFill>
                <a:latin typeface="Microsoft YaHei"/>
                <a:ea typeface="Microsoft YaHei"/>
                <a:cs typeface="Microsoft YaHei"/>
              </a:rPr>
              <a:t>输出：风险等级、证据来源、责任部门、责任人、截止时间、验收口径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E0479B-DE33-443E-8942-B193343D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14625"/>
            <a:ext cx="228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3533C3-F395-482D-96D5-BE8DAC82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123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任务自治闭环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DA4B6A-DE8C-4D33-8619-9DFD4E79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428750"/>
            <a:ext cx="257175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BE29AA-867A-426F-ABA6-D292C64B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76400"/>
            <a:ext cx="2114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20B707-D92B-4338-80A6-A5D5C2E8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790700"/>
            <a:ext cx="38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22E08A-62B8-45FE-B6FE-D8A79BC3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84785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2D8C2A-358E-45A3-A264-6B8132DE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0225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自动识别风险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614E40-40D9-4FA0-AB0D-141A970A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574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跨系统信号触发风险，并解释命中规则。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22371A-E14E-440A-9184-F22576D8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47950"/>
            <a:ext cx="2114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8AD0C5-AFAB-41D1-A10B-ED7192B5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62250"/>
            <a:ext cx="38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9AF14A-F5FC-468E-A9C9-30E0BA21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1940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BE1FEE-D88B-42F2-8EC7-65E8523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771775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自动生成任务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220BE1-9584-45A5-9763-282FE4D9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2895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生成责任、截止时间、验收口径和证据。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9D68A9C-C705-4E0A-87FF-E6CC0CFD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19500"/>
            <a:ext cx="2114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5CE7E2-E577-4BA9-A3DA-35D97B3B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733800"/>
            <a:ext cx="38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37CC40A-3D7E-4C20-BF82-AC771C15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79095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0BB17B-0A9A-4BCC-A509-EC3E3E85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743325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自动跟踪汇报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ED30E01-A17D-42E4-8F6C-7208A2E0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0005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跟踪状态变化，并生成周会摘要。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C13CC81-4C54-43CF-9536-0CA6CDE9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86300"/>
            <a:ext cx="113538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C4EE29-FFDE-4E07-BB35-729318D5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14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Demo 1.0 证明链路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90B6BB1-C7ED-480D-86E2-CC9F7380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1981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4813C1B-49FF-40AA-84E5-93A65AA4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8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EA2C909-BFE5-42BA-8FF5-C71F3073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33E28EF-4B6E-417F-8C72-5039EB11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81625"/>
            <a:ext cx="1295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数据源总览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C502F2-A068-4EBD-9B91-07E1576B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388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汇聚项目、缺陷、大数据、售后信号。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9426343-7A4C-4DF5-AD17-8E81771C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2578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06F84FE-3F75-4AC7-A3DF-F3EDB41D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72100"/>
            <a:ext cx="38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9CD831-5493-4E24-B559-6CED9504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42925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F01FAC1-A58F-407A-AE70-D1AF1322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38162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节点风险雷达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F1642F7-B465-4E1E-B194-B9D13E74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6388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按当前节点识别 CAMON/tOS 高风险。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A3298B-A29F-45FD-A74A-3E40C0C2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578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D99D7B0-4F89-494E-B9D0-9E6FEB62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72100"/>
            <a:ext cx="38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B0968FF-F661-488D-9EC4-396F42E9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42925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A362E6A-40C4-4839-99FB-37912FE7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8162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AI 任务生成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E5DDA80-D277-4394-8632-DF47A913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6388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生成责任、截止时间和验收口径。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7192D57-206B-4F42-ACC8-CA80F4D3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257800"/>
            <a:ext cx="209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FCDA4BB-E7DC-419F-9C6E-AC0332C2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372100"/>
            <a:ext cx="38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76E909F-8455-4A68-8F6B-FED840E0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42925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6BFE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2B11FE4-4023-4A0C-950F-52B8B9B9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38162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跟踪与报告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FFDE229-F640-41BD-8929-B6AF4CB5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388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输出周会摘要，写回留作下一步集成。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5D982CC-ADDC-41F4-886E-8AC6959A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257800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7EF"/>
          </a:solidFill>
          <a:ln xmlns:a="http://schemas.openxmlformats.org/drawingml/2006/main" w="9525">
            <a:solidFill>
              <a:srgbClr val="B9E5C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5ED48B6-C6D0-4C2F-844F-81F97ADC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391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A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57A4C"/>
                </a:solidFill>
                <a:latin typeface="Microsoft YaHei"/>
                <a:ea typeface="Microsoft YaHei"/>
                <a:cs typeface="Microsoft YaHei"/>
              </a:rPr>
              <a:t>业务价值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2848244-219F-4A12-97D4-5631CA26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5816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1E62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1E6242"/>
                </a:solidFill>
                <a:latin typeface="Microsoft YaHei"/>
                <a:ea typeface="Microsoft YaHei"/>
                <a:cs typeface="Microsoft YaHei"/>
              </a:rPr>
              <a:t>更早发现风险</a:t>
            </a:r>
          </a:p>
          <a:p xmlns:a="http://schemas.openxmlformats.org/drawingml/2006/main">
            <a:pPr algn="l">
              <a:defRPr sz="713" b="0">
                <a:solidFill>
                  <a:srgbClr val="1E62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1E6242"/>
                </a:solidFill>
                <a:latin typeface="Microsoft YaHei"/>
                <a:ea typeface="Microsoft YaHei"/>
                <a:cs typeface="Microsoft YaHei"/>
              </a:rPr>
              <a:t>减少人工整理</a:t>
            </a:r>
          </a:p>
          <a:p xmlns:a="http://schemas.openxmlformats.org/drawingml/2006/main">
            <a:pPr algn="l">
              <a:defRPr sz="713" b="0">
                <a:solidFill>
                  <a:srgbClr val="1E62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b="0">
                <a:solidFill>
                  <a:srgbClr val="1E6242"/>
                </a:solidFill>
                <a:latin typeface="Microsoft YaHei"/>
                <a:ea typeface="Microsoft YaHei"/>
                <a:cs typeface="Microsoft YaHei"/>
              </a:rPr>
              <a:t>提升闭环质量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5865D53-F5F8-4501-B305-6B860464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29350"/>
            <a:ext cx="11353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A667A"/>
                </a:solidFill>
                <a:latin typeface="Microsoft YaHei"/>
                <a:ea typeface="Microsoft YaHei"/>
                <a:cs typeface="Microsoft YaHei"/>
              </a:rPr>
              <a:t>赛事增量：AI 节点风险推理 + 风险到任务生成 + 本地交互 Demo；既有系统作为数据基础，不宣称 Demo 已完成生产写回。提交物：一页纸 PPTX + HTML Demo 1.0</a:t>
            </a:r>
          </a:p>
        </p:txBody>
      </p:sp>
    </p:spTree>
    <p:extLst>
      <p:ext uri="{BB962C8B-B14F-4D97-AF65-F5344CB8AC3E}">
        <p14:creationId xmlns:p14="http://schemas.microsoft.com/office/powerpoint/2010/main" val="20881950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2026-06-05T10:19:26.6280000Z</dcterms:created>
  <dcterms:modified xsi:type="dcterms:W3CDTF">2026-06-05T10:19:26.6280000Z</dcterms:modified>
</coreProperties>
</file>