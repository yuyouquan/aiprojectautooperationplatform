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4d56b123764b75" /><Relationship Type="http://schemas.openxmlformats.org/officeDocument/2006/relationships/extended-properties" Target="/docProps/app.xml" Id="Rc449cb0123374b7e" /><Relationship Type="http://schemas.openxmlformats.org/officeDocument/2006/relationships/officeDocument" Target="/ppt/presentation.xml" Id="Re154cb77b4c945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05990c9465472a"/>
  </p:sldMasterIdLst>
  <p:notesMasterIdLst>
    <p:notesMasterId xmlns:r="http://schemas.openxmlformats.org/officeDocument/2006/relationships" r:id="R28511b6eab334845"/>
  </p:notesMasterIdLst>
  <p:sldIdLst>
    <p:sldId xmlns:r="http://schemas.openxmlformats.org/officeDocument/2006/relationships" id="256" r:id="R478d72ebb4f34b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8b4572094a4d3a" /><Relationship Type="http://schemas.openxmlformats.org/officeDocument/2006/relationships/slideMaster" Target="/ppt/slideMasters/slideMaster1.xml" Id="Rd305990c9465472a" /><Relationship Type="http://schemas.openxmlformats.org/officeDocument/2006/relationships/notesMaster" Target="/ppt/notesMasters/notesMaster1.xml" Id="R28511b6eab334845" /><Relationship Type="http://schemas.openxmlformats.org/officeDocument/2006/relationships/presProps" Target="/ppt/presProps.xml" Id="Rd973353c6e2b43e6" /><Relationship Type="http://schemas.openxmlformats.org/officeDocument/2006/relationships/viewProps" Target="/ppt/viewProps.xml" Id="R32d292622584497b" /><Relationship Type="http://schemas.openxmlformats.org/officeDocument/2006/relationships/tableStyles" Target="/ppt/tableStyles.xml" Id="R5d70d8d3f8cb4220" /><Relationship Type="http://schemas.openxmlformats.org/officeDocument/2006/relationships/slide" Target="/ppt/slides/slide1.xml" Id="R478d72ebb4f34b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8cae862b8344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09ea25990d469e" /><Relationship Type="http://schemas.openxmlformats.org/officeDocument/2006/relationships/notesMaster" Target="/ppt/notesMasters/notesMaster1.xml" Id="Rcef2b6a1d15d41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e2b4ed5a8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e03b09976240d0" /><Relationship Type="http://schemas.openxmlformats.org/officeDocument/2006/relationships/slideLayout" Target="/ppt/slideLayouts/slideLayout1.xml" Id="R9f89ebf194114d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89ebf194114d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7d2334d4b4461" /><Relationship Type="http://schemas.openxmlformats.org/officeDocument/2006/relationships/notesSlide" Target="/ppt/notesSlides/notesSlide1.xml" Id="Rde006ee538274a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7F7DD8-4F66-4512-BDE3-0E78A0B2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185F0-CC14-420A-9A95-3B15E267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C"/>
          </a:solidFill>
          <a:ln xmlns:a="http://schemas.openxmlformats.org/drawingml/2006/main" w="0">
            <a:solidFill>
              <a:srgbClr val="101A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9380A-1A3C-4DBB-BD29-B1B98B80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项目自治运营平台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6AC4A-2D2B-4AA4-89E8-D8E3BB6F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9D6EA"/>
                </a:solidFill>
                <a:latin typeface="Microsoft YaHei"/>
                <a:ea typeface="Microsoft YaHei"/>
                <a:cs typeface="Microsoft YaHei"/>
              </a:rPr>
              <a:t>从多系统数据到风险识别、任务创建、跟踪闭环和管理汇报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169EE-FF36-4174-AA9F-4F34BC3D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3D224-0016-4891-A620-27D3877E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Demo 1.0：风险任务闭环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63305-A1B0-4EE7-93E2-B1ADF6FB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核心痛点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9B681-1575-4BCF-A0F3-D4F4DD8D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25717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1F7D0-1877-443B-9BBA-EC0AE836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E3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E342E"/>
                </a:solidFill>
                <a:latin typeface="Microsoft YaHei"/>
                <a:ea typeface="Microsoft YaHei"/>
                <a:cs typeface="Microsoft YaHei"/>
              </a:rPr>
              <a:t>人工收集慢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91546-2AAF-44B0-9E4D-CF72E7A1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项目经理需要从项目、缺陷、大数据、售后等多个系统反复复制整理。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503D8-BBA9-45C8-9908-7A110BCD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rPr>
              <a:t>风险发现晚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4942B-354F-4A3B-9F17-E7CA3710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风险往往在周会或人工复盘时才显性化，任务创建和催办滞后。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B007C-F977-4ACD-A055-64FC6C90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闭环不统一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F515D-11B5-4B0F-BC9A-55544254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报告、聊天、表格和任务系统之间信息割裂，责任与验收口径容易丢失。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6B951-30A6-4760-AFE4-576DBC3B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23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平台方案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C3D97-2C96-4E42-9916-F2EDAD2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28750"/>
            <a:ext cx="5638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52B3D-DF97-4831-97E5-DB7C574D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0E6F2-6268-432D-9356-AFA1DAAB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项目管理系统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2FED6-8D8B-420E-8FA4-08B27B76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节点、进度、责任部门、周会数据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2FA9B-781F-495E-A6AC-079B8414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98A59-ED6F-4784-BB45-E039C911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缺陷管理系统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05AF3-051D-4613-BCA2-CFFB21FF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6227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缺陷存量、关闭率、Reopen、P0/P1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84E5B-B305-46F8-92A5-03CF5C72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43BC3-4656-4877-BC30-90371991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85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体验大数据系统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DD0DD-8E10-4355-A07A-B1BF7489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7667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稳定性、性能、功耗、启动、卡顿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58354-D207-443D-8A7B-AC1FBCBC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859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66ED51-C266-4E2B-B1C2-CBB563CA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AI 节点感知推理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FAA83-219C-41FB-9D76-2DF9736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B4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2B4B8E"/>
                </a:solidFill>
                <a:latin typeface="Microsoft YaHei"/>
                <a:ea typeface="Microsoft YaHei"/>
                <a:cs typeface="Microsoft YaHei"/>
              </a:rPr>
              <a:t>按 KO / PR / QR / STR / PIR 等节点自动判断该看哪些风险，而不是简单生成周报。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09DDDE-9AF2-4754-BED6-61B7EB9D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956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B4B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B4B8E"/>
                </a:solidFill>
                <a:latin typeface="Microsoft YaHei"/>
                <a:ea typeface="Microsoft YaHei"/>
                <a:cs typeface="Microsoft YaHei"/>
              </a:rPr>
              <a:t>输出：风险等级、证据来源、责任部门、责任人、截止时间、验收口径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A7893-4C48-4737-86EE-572CCD7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14625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8D5207-4B26-49A4-8C17-0A2023E2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123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任务自治闭环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2A8AE-053A-443C-8A24-3D1F62CC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28750"/>
            <a:ext cx="25717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AE12B5-2507-4CEE-B71D-DA234EF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76400"/>
            <a:ext cx="2114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7344E1-0058-4215-A70D-98F9B965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907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00E7C2-F328-4CD0-9829-25BEDB13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478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CD7394-C253-4B02-A745-0204681B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02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自动识别风险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510B62-2401-4BBB-88C8-32A2B19B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跨系统信号触发风险，并解释命中规则。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37E195-5E6E-40F0-9249-FF519B7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2114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78CBB6-0D6F-4A7D-9A2E-84A7B8FB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622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495954-BAF3-400D-99F5-6A131067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8835E7-BAC5-4885-B805-CB844EC1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717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自动生成任务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FDDBD-9243-45D5-9B45-3E41A31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生成责任、截止时间、验收口径和证据。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051D92-12A2-4ED7-A939-B3E44F26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19500"/>
            <a:ext cx="2114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FE3246-5EE5-4665-9705-4EE41998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338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61E4C5-3E7C-4C76-96BF-E07BBE3D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909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D9A5DE-E55A-474A-81C4-4F93D7D1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433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自动跟踪汇报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9F00D4-F19C-4B26-9C01-09568667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跟踪状态变化，并生成周会摘要。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5CF254-AADD-48F8-B886-13973911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86300"/>
            <a:ext cx="113538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F465E6-5A4A-465C-B5FD-65B1873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Demo 1.0 证明链路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9EE6B7-F808-411F-A65C-8E61F2E5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59318A-E1DF-44A8-978C-B70EF57C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BFCAD1-0884-432C-AE4B-7552F4E1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20341A-6BB2-4649-B64B-B3A8655A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16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数据源总览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46A9E6-0186-435B-8887-A0259EF6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汇聚项目、缺陷、大数据、售后信号。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E3BCF9-5B84-4043-910F-8495CACA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578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E5A21F-CC68-4B5D-93CC-47AA6E29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721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F0588BC-2282-4EDE-A36D-37552931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292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0AC148-8DD5-4F3A-9701-3D29CD18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81625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节点风险雷达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ED18CC-6C31-4BB8-92B0-369CECB5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388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按当前节点识别 CAMON/tOS 高风险。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224FD5-0C07-4C90-844E-8CDDC95E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578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D8F292-F76A-4168-A2B3-0CEB1F85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721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8BCE6D-63F5-4081-85FA-CC710D5A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05AF44-3AD2-452D-877F-15C020E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81625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AI 任务生成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D72025-46AA-486E-9A92-84860F75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388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生成责任、截止时间和验收口径。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1395B8-4FC7-4D03-A8E2-717C854B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578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5D66C7-4059-4513-B4E2-11830458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7210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C10BBD-A52A-4072-9522-520BAB13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292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80E3FC-A2DF-48BD-BFC4-770C205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81625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跟踪与报告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FE6EB5-5B4C-4D2D-B1B8-033214E3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输出周会摘要，写回留作下一步集成。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68CDB58-460A-44C9-B32A-FEF89D9D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57800"/>
            <a:ext cx="1847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9E5C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E797A9-8C3F-41E4-98EC-277C91F5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391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A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7A4C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3E7558-383B-4C3F-B41E-10982AF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581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E6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E6242"/>
                </a:solidFill>
                <a:latin typeface="Microsoft YaHei"/>
                <a:ea typeface="Microsoft YaHei"/>
                <a:cs typeface="Microsoft YaHei"/>
              </a:rPr>
              <a:t>更早发现风险</a:t>
            </a:r>
          </a:p>
          <a:p xmlns:a="http://schemas.openxmlformats.org/drawingml/2006/main">
            <a:pPr algn="l">
              <a:defRPr sz="713" b="0">
                <a:solidFill>
                  <a:srgbClr val="1E6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E6242"/>
                </a:solidFill>
                <a:latin typeface="Microsoft YaHei"/>
                <a:ea typeface="Microsoft YaHei"/>
                <a:cs typeface="Microsoft YaHei"/>
              </a:rPr>
              <a:t>减少人工整理</a:t>
            </a:r>
          </a:p>
          <a:p xmlns:a="http://schemas.openxmlformats.org/drawingml/2006/main">
            <a:pPr algn="l">
              <a:defRPr sz="713" b="0">
                <a:solidFill>
                  <a:srgbClr val="1E6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E6242"/>
                </a:solidFill>
                <a:latin typeface="Microsoft YaHei"/>
                <a:ea typeface="Microsoft YaHei"/>
                <a:cs typeface="Microsoft YaHei"/>
              </a:rPr>
              <a:t>提升闭环质量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030E9A-C3D2-4AAF-AC37-750BDA00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135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A667A"/>
                </a:solidFill>
                <a:latin typeface="Microsoft YaHei"/>
                <a:ea typeface="Microsoft YaHei"/>
                <a:cs typeface="Microsoft YaHei"/>
              </a:rPr>
              <a:t>赛事增量：AI 节点风险推理 + 风险到任务生成 + 本地交互 Demo；既有系统作为数据基础，不宣称 Demo 已完成生产写回。提交物：一页纸 PPTX + HTML Demo 1.0</a:t>
            </a:r>
          </a:p>
        </p:txBody>
      </p:sp>
    </p:spTree>
    <p:extLst>
      <p:ext uri="{BB962C8B-B14F-4D97-AF65-F5344CB8AC3E}">
        <p14:creationId xmlns:p14="http://schemas.microsoft.com/office/powerpoint/2010/main" val="1786935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2026-06-05T10:06:47.7480000Z</dcterms:created>
  <dcterms:modified xsi:type="dcterms:W3CDTF">2026-06-05T10:06:47.7480000Z</dcterms:modified>
</coreProperties>
</file>